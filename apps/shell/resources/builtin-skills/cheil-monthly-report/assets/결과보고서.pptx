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6f0d4f7a794256" /><Relationship Type="http://schemas.openxmlformats.org/officeDocument/2006/relationships/extended-properties" Target="/docProps/app.xml" Id="R97e3912e6a2648c3" /><Relationship Type="http://schemas.openxmlformats.org/officeDocument/2006/relationships/officeDocument" Target="/ppt/presentation.xml" Id="R698fd18431ff47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5a680655a14655"/>
  </p:sldMasterIdLst>
  <p:notesMasterIdLst>
    <p:notesMasterId xmlns:r="http://schemas.openxmlformats.org/officeDocument/2006/relationships" r:id="Rfeccc0f2319f4b87"/>
  </p:notesMasterIdLst>
  <p:sldIdLst>
    <p:sldId xmlns:r="http://schemas.openxmlformats.org/officeDocument/2006/relationships" id="256" r:id="Rd7caf679a5d94605"/>
    <p:sldId xmlns:r="http://schemas.openxmlformats.org/officeDocument/2006/relationships" id="257" r:id="Re5d391a77d4e4ee5"/>
    <p:sldId xmlns:r="http://schemas.openxmlformats.org/officeDocument/2006/relationships" id="258" r:id="R4331ee1bd8e94bdc"/>
    <p:sldId xmlns:r="http://schemas.openxmlformats.org/officeDocument/2006/relationships" id="259" r:id="R67b38ab27c4d4c38"/>
    <p:sldId xmlns:r="http://schemas.openxmlformats.org/officeDocument/2006/relationships" id="260" r:id="R60912f52b8fb476a"/>
    <p:sldId xmlns:r="http://schemas.openxmlformats.org/officeDocument/2006/relationships" id="261" r:id="R925d47c5df43491f"/>
    <p:sldId xmlns:r="http://schemas.openxmlformats.org/officeDocument/2006/relationships" id="262" r:id="R24fe66b275784166"/>
    <p:sldId xmlns:r="http://schemas.openxmlformats.org/officeDocument/2006/relationships" id="263" r:id="R6016c4b20a5f4238"/>
    <p:sldId xmlns:r="http://schemas.openxmlformats.org/officeDocument/2006/relationships" id="264" r:id="Rc24e5daf79c5424d"/>
    <p:sldId xmlns:r="http://schemas.openxmlformats.org/officeDocument/2006/relationships" id="265" r:id="R8c88817e05fc4578"/>
    <p:sldId xmlns:r="http://schemas.openxmlformats.org/officeDocument/2006/relationships" id="266" r:id="R72c62bd065b34f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58d061cd344ff2" /><Relationship Type="http://schemas.openxmlformats.org/officeDocument/2006/relationships/slideMaster" Target="/ppt/slideMasters/slideMaster1.xml" Id="R515a680655a14655" /><Relationship Type="http://schemas.openxmlformats.org/officeDocument/2006/relationships/notesMaster" Target="/ppt/notesMasters/notesMaster1.xml" Id="Rfeccc0f2319f4b87" /><Relationship Type="http://schemas.openxmlformats.org/officeDocument/2006/relationships/presProps" Target="/ppt/presProps.xml" Id="Rc8f1e908ffd74bc6" /><Relationship Type="http://schemas.openxmlformats.org/officeDocument/2006/relationships/tableStyles" Target="/ppt/tableStyles.xml" Id="R6e0925b7cb1340e3" /><Relationship Type="http://schemas.openxmlformats.org/officeDocument/2006/relationships/slide" Target="/ppt/slides/slide1.xml" Id="Rd7caf679a5d94605" /><Relationship Type="http://schemas.openxmlformats.org/officeDocument/2006/relationships/slide" Target="/ppt/slides/slide2.xml" Id="Re5d391a77d4e4ee5" /><Relationship Type="http://schemas.openxmlformats.org/officeDocument/2006/relationships/slide" Target="/ppt/slides/slide3.xml" Id="R4331ee1bd8e94bdc" /><Relationship Type="http://schemas.openxmlformats.org/officeDocument/2006/relationships/slide" Target="/ppt/slides/slide4.xml" Id="R67b38ab27c4d4c38" /><Relationship Type="http://schemas.openxmlformats.org/officeDocument/2006/relationships/slide" Target="/ppt/slides/slide5.xml" Id="R60912f52b8fb476a" /><Relationship Type="http://schemas.openxmlformats.org/officeDocument/2006/relationships/slide" Target="/ppt/slides/slide6.xml" Id="R925d47c5df43491f" /><Relationship Type="http://schemas.openxmlformats.org/officeDocument/2006/relationships/slide" Target="/ppt/slides/slide7.xml" Id="R24fe66b275784166" /><Relationship Type="http://schemas.openxmlformats.org/officeDocument/2006/relationships/slide" Target="/ppt/slides/slide8.xml" Id="R6016c4b20a5f4238" /><Relationship Type="http://schemas.openxmlformats.org/officeDocument/2006/relationships/slide" Target="/ppt/slides/slide9.xml" Id="Rc24e5daf79c5424d" /><Relationship Type="http://schemas.openxmlformats.org/officeDocument/2006/relationships/slide" Target="/ppt/slides/slide10.xml" Id="R8c88817e05fc4578" /><Relationship Type="http://schemas.openxmlformats.org/officeDocument/2006/relationships/slide" Target="/ppt/slides/slide11.xml" Id="R72c62bd065b34f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16d0989b674e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a6aaa9466b4241" /><Relationship Type="http://schemas.openxmlformats.org/officeDocument/2006/relationships/notesMaster" Target="/ppt/notesMasters/notesMaster1.xml" Id="Red9681d55a8b47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7d7953d42a488e" /><Relationship Type="http://schemas.openxmlformats.org/officeDocument/2006/relationships/notesMaster" Target="/ppt/notesMasters/notesMaster1.xml" Id="R8e92008a5ba24e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5129ebc921420c" /><Relationship Type="http://schemas.openxmlformats.org/officeDocument/2006/relationships/notesMaster" Target="/ppt/notesMasters/notesMaster1.xml" Id="R82dd97bb5cd047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801d54ec0d446b" /><Relationship Type="http://schemas.openxmlformats.org/officeDocument/2006/relationships/notesMaster" Target="/ppt/notesMasters/notesMaster1.xml" Id="Rac3422b0742a4f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2afb04315f4f1a" /><Relationship Type="http://schemas.openxmlformats.org/officeDocument/2006/relationships/notesMaster" Target="/ppt/notesMasters/notesMaster1.xml" Id="R87987b00abf444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62e5e5c6a8475b" /><Relationship Type="http://schemas.openxmlformats.org/officeDocument/2006/relationships/notesMaster" Target="/ppt/notesMasters/notesMaster1.xml" Id="R716f1c036e7547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5d991ced8340a8" /><Relationship Type="http://schemas.openxmlformats.org/officeDocument/2006/relationships/notesMaster" Target="/ppt/notesMasters/notesMaster1.xml" Id="R59c039eb089249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678b0a130444a6" /><Relationship Type="http://schemas.openxmlformats.org/officeDocument/2006/relationships/notesMaster" Target="/ppt/notesMasters/notesMaster1.xml" Id="Rbef01df7f9da49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c4a6801b5347c9" /><Relationship Type="http://schemas.openxmlformats.org/officeDocument/2006/relationships/notesMaster" Target="/ppt/notesMasters/notesMaster1.xml" Id="R3e5287007c1243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d822620fa549fc" /><Relationship Type="http://schemas.openxmlformats.org/officeDocument/2006/relationships/notesMaster" Target="/ppt/notesMasters/notesMaster1.xml" Id="R0bf5954ccefb42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c212fb653c4f36" /><Relationship Type="http://schemas.openxmlformats.org/officeDocument/2006/relationships/notesMaster" Target="/ppt/notesMasters/notesMaster1.xml" Id="Rb024ec3872c9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06c000c8948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bad2483304b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65dd2638a4c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9018dd60540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93684214249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eebcda10644e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9FA1B8-4C58-4C4C-A38D-B13C12FF59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0D476E-982E-4894-BC3A-EBD8855B93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FE1704-B629-4D76-B287-15141DFCB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11E5D7-EDE7-4C71-8D60-C16855E4D9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80C0680-8303-4A7E-9BE0-C354A1AC6F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C7E80E-EB23-48FD-AAC2-418160303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A7E9C6-FDD4-4C90-A092-8897B7B862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AF4CF6-4F1C-4A99-B76A-E8C59F7016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6735CC-7B9F-4A25-AEB6-8BFED20E58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CE69F5-A0FE-4357-8214-3DCECD1657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99a696e91341dc" /><Relationship Type="http://schemas.openxmlformats.org/officeDocument/2006/relationships/slideLayout" Target="/ppt/slideLayouts/slideLayout1.xml" Id="Rc4df6d0518944fb3" /><Relationship Type="http://schemas.openxmlformats.org/officeDocument/2006/relationships/slideLayout" Target="/ppt/slideLayouts/slideLayout2.xml" Id="Rb450028caf5b4484" /><Relationship Type="http://schemas.openxmlformats.org/officeDocument/2006/relationships/slideLayout" Target="/ppt/slideLayouts/slideLayout3.xml" Id="Re58d8d32845445ff" /><Relationship Type="http://schemas.openxmlformats.org/officeDocument/2006/relationships/slideLayout" Target="/ppt/slideLayouts/slideLayout4.xml" Id="R7a11b662db6c41d3" /><Relationship Type="http://schemas.openxmlformats.org/officeDocument/2006/relationships/slideLayout" Target="/ppt/slideLayouts/slideLayout5.xml" Id="Re21b02abce074914" /><Relationship Type="http://schemas.openxmlformats.org/officeDocument/2006/relationships/slideLayout" Target="/ppt/slideLayouts/slideLayout6.xml" Id="R30ae0652c9884b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df6d0518944fb3"/>
    <p:sldLayoutId xmlns:r="http://schemas.openxmlformats.org/officeDocument/2006/relationships" id="2147483650" r:id="Rb450028caf5b4484"/>
    <p:sldLayoutId xmlns:r="http://schemas.openxmlformats.org/officeDocument/2006/relationships" id="2147483651" r:id="Re58d8d32845445ff"/>
    <p:sldLayoutId xmlns:r="http://schemas.openxmlformats.org/officeDocument/2006/relationships" id="2147483652" r:id="R7a11b662db6c41d3"/>
    <p:sldLayoutId xmlns:r="http://schemas.openxmlformats.org/officeDocument/2006/relationships" id="2147483653" r:id="Re21b02abce074914"/>
    <p:sldLayoutId xmlns:r="http://schemas.openxmlformats.org/officeDocument/2006/relationships" id="2147483654" r:id="R30ae0652c9884b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ab265660594b6b" /><Relationship Type="http://schemas.openxmlformats.org/officeDocument/2006/relationships/notesSlide" Target="/ppt/notesSlides/notesSlide1.xml" Id="R05ec4d1a80b64e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37a476f96a476f" /><Relationship Type="http://schemas.openxmlformats.org/officeDocument/2006/relationships/notesSlide" Target="/ppt/notesSlides/notesSlide2.xml" Id="R5acc161c799e43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231d83d544012" /><Relationship Type="http://schemas.openxmlformats.org/officeDocument/2006/relationships/notesSlide" Target="/ppt/notesSlides/notesSlide3.xml" Id="R286c6da8f49c43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28ba49e6d433b" /><Relationship Type="http://schemas.openxmlformats.org/officeDocument/2006/relationships/notesSlide" Target="/ppt/notesSlides/notesSlide4.xml" Id="Rdfb7eb9cfb6445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dc8eb2c6c4739" /><Relationship Type="http://schemas.openxmlformats.org/officeDocument/2006/relationships/notesSlide" Target="/ppt/notesSlides/notesSlide5.xml" Id="R69d7e359759340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75d36ed494c56" /><Relationship Type="http://schemas.openxmlformats.org/officeDocument/2006/relationships/notesSlide" Target="/ppt/notesSlides/notesSlide6.xml" Id="Rea8978233c7b4d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4cedff8c24d40" /><Relationship Type="http://schemas.openxmlformats.org/officeDocument/2006/relationships/notesSlide" Target="/ppt/notesSlides/notesSlide7.xml" Id="Rc09782688cc24f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a053ee0ac24a93" /><Relationship Type="http://schemas.openxmlformats.org/officeDocument/2006/relationships/notesSlide" Target="/ppt/notesSlides/notesSlide8.xml" Id="Rfaa73736f6884b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57ff8738904fe4" /><Relationship Type="http://schemas.openxmlformats.org/officeDocument/2006/relationships/notesSlide" Target="/ppt/notesSlides/notesSlide9.xml" Id="R3c9fbfd43bcf43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847ce348746d7" /><Relationship Type="http://schemas.openxmlformats.org/officeDocument/2006/relationships/notesSlide" Target="/ppt/notesSlides/notesSlide10.xml" Id="Red711cea1b8b42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aaf97f51f48c0" /><Relationship Type="http://schemas.openxmlformats.org/officeDocument/2006/relationships/notesSlide" Target="/ppt/notesSlides/notesSlide11.xml" Id="R105432551acd4b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4FFD0-7103-4984-B6DD-66AE5853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캠페인 결과보고서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72DCB-021C-4656-A3F6-C5EECF2E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[캠페인명]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119A2-3BDC-4EAA-9C82-33A1833B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[광고주]  /  [브랜드·제품]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24802-2347-4791-A18D-CE1061E7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[작성일]  [팀명]  [작성자]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E5D8B-E0AC-40F5-957A-A744162E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7338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8A2A9-82A9-4A7A-946E-459276B0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결과 요약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7B329-08AE-45BF-8916-57EDF40D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[캠페인 결과 핵심 요약]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C99B6-009E-48F8-BB94-D5EB9E99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목표 대비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7E975-A100-45CF-AE6B-8ED610C5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09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[목표 대비 주요 결과]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C1E75-1E32-465D-BFEC-A581961C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효과가 있었던 운영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181D4-7723-4AB2-945D-F385EE35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52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[효과가 있었던 운영과 근거]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BE2B0-1DDD-438D-A778-46135A67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다음에 바꿀 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C3243-5032-4F9F-9A3D-50633B84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95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[다음 캠페인 개선 요약]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85060-20CD-4CE6-A316-5EC6F4F6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7129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8ED84-4043-4A62-A868-5D727B64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캠페인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1B087-038C-4DC9-80F4-54B629BD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[캠페인명]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C3402-B677-4F28-93D3-CDBE3F7D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목표와 타깃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3AB11-EE17-41D6-AB1C-8574D74E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09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[캠페인 목표와 타깃]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E8333-34C8-4A69-8249-7F4E6D07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기간과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FD794-A2F8-4E21-BD70-EDA2B2E1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52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[캠페인 기간]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93D6D-BFF0-4146-AD44-50A5965F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집행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7D5FF-10D8-4147-A8C1-4335C8A5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95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[매체와 소재 운영 범위]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3F5E1-521A-4EB4-9CCF-054A2A25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계획 예산  [총예산]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43224-5B17-4F06-9E0A-29CCA99E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7996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34508-38A2-4C30-BCFA-9E38A484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미디어 운영 내용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0F9B2-088C-4AF9-A997-EA32EA4E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[운영 전략과 실제 변경 내용]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67267-E7EB-40AB-ABC8-121A39012561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 또는 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매체와 역할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소재 및 운영 사항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[운영 단계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[매체 역할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[운영 내용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[운영 단계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[매체 역할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[운영 내용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[운영 단계 3]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[매체 역할 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[운영 내용 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FEDDA-4FE0-42F7-8736-9F082E2C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28062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20EF6-14EF-4A06-A8B9-F87C829B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목표 대비 성과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DF3C5-1043-4135-9607-5BCB19A4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[목표 달성 평가]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AF4EB-2D43-4DF9-B383-CE719D5F8382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지표와 단위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달성률과 해석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[성과 지표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[목표값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[실적값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[달성 해석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[성과 지표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[목표값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[실적값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[달성 해석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[성과 지표 3]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[목표값 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[실적값 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[달성 해석 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5825E-4E59-4126-AEB0-64FA5B24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[지표 집계 기간과 출처]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D8A05-87E9-4EBF-AD6F-8411A6E4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4090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D88F8-CFC4-4EAE-8AF9-0DC7BB66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매체별 집행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6B812-7682-41F3-857A-55F93C53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[매체별 성과 핵심 내용]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88956-1A63-47D6-AA86-C9B522E98F3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집행액 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실적과 단위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효율 지표와 해석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[집행 매체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[집행액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[매체 실적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[매체 효율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[집행 매체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[집행액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[매체 실적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[매체 효율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[집행 매체 3]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[집행액 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[매체 실적 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[매체 효율 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B6CE9-9799-463E-A13A-B55CC02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[매체 데이터 출처와 집계 기준]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302A4-93C1-481C-B7E8-D1B7C543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2647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1D3A4-7541-4D70-BDF5-8642AF4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소재별 성과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2D738-EF09-4A7D-95CA-55329D6C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[성과 차이가 나타난 소재와 이유]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D63AD-1479-412A-ABB3-F59241BE5165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지표와 결과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확인한 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[성과 소재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[소재 비교 결과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[소재 해석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[성과 소재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[소재 비교 결과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[소재 해석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F19C1-1ACF-42F1-99FC-44D5FE88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[소재 비교 기간과 조건]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E7D4B-7F52-43FC-A05D-9D7959EF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22703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C436E-2534-4C4A-992C-2FA19569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타깃과 접점별 성과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C8382-8EDB-445F-A040-0E858199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[타깃 또는 접점 분석 요약]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47ABA-072A-4FBF-94E1-B59784E7B3CF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결과와 근거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시사점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[분석 구분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[분석 결과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[분석 시사점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[분석 구분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[분석 결과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[분석 시사점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59BA1-15AF-46E7-B383-9D51ECD6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선택 항목 · 연령별 타깃, 노출 위치 등 비교 가능한 데이터가 있을 때 사용한다.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2E31D-B92B-4ACF-91F6-834B80F2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3502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9408F-9A1C-4DC7-A952-89BD3C1C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소비자 반응과 추가 효과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F8F2B-5B03-4C61-8E02-5EDA1A9E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[소비자 반응 핵심 내용]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9CC46-3DB7-4319-84D6-0781C16E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검색과 참여 반응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3146C-36B4-4DC4-AB8A-DF30A361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09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[검색량 참여 반응과 출처]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3EDC3-B824-4B42-B721-3F6648E0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댓글 및 정성 반응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9E99A-CD5F-4AB2-880B-B7DC1D58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52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[댓글 정성 반응과 출처]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14CED-897B-410E-ACD6-9AEE1008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PR 및 세일즈 연계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76851-2907-424C-A12D-DAA193FB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95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[PR 세일즈 연계와 근거]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52ED6-E7FE-433B-9BF1-4F17362A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선택 항목 · 관측된 변화와 캠페인의 인과 효과를 구분한다.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6F28B-B16D-470F-A611-5B9B753E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89294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31AB8-C961-4F1B-B198-F6556149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배운 점과 다음 운영 제안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B3DBE-4154-4CAF-9E40-35D71692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[다음 운영 방향]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2EA3D-89D8-42DB-B865-42ED4CC664DE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사실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실행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[학습 사실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[학습 해석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[다음 실행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[학습 사실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[학습 해석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[다음 실행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[학습 사실 3]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[학습 해석 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[다음 실행 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5DFC0-5CBC-4460-A460-60A753E1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46334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00870-25E9-4C92-BCBD-F9A2A244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데이터 기준과 확인 사항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6DB8E-B72C-4561-BF48-15F8190B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[보고 범위와 한계]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0011C-0CA5-4F20-91B6-BBD0236A8FC2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또는 지표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기간과 집계 기준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미확인 사항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[원천 자료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[집계 기준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[미확인 사항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[원천 자료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[집계 기준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[미확인 사항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75999-2983-46B6-9614-8582E9F6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누락된 값은 0으로 바꾸지 않는다. 서로 다른 매체의 도달 수는 단순 합산하지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F775A-DBC9-4C32-9D3E-C72B4D41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60635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2026-10-26T14:19:00.6890000Z</dcterms:created>
  <dcterms:modified xsi:type="dcterms:W3CDTF">2026-10-26T14:19:00.6890000Z</dcterms:modified>
</coreProperties>
</file>