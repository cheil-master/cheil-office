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2894b621c84cd1" /><Relationship Type="http://schemas.openxmlformats.org/officeDocument/2006/relationships/extended-properties" Target="/docProps/app.xml" Id="Raa51e4b2180442b7" /><Relationship Type="http://schemas.openxmlformats.org/officeDocument/2006/relationships/officeDocument" Target="/ppt/presentation.xml" Id="R09b9c75ab58b43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a8addd2f08459d"/>
  </p:sldMasterIdLst>
  <p:notesMasterIdLst>
    <p:notesMasterId xmlns:r="http://schemas.openxmlformats.org/officeDocument/2006/relationships" r:id="R19823b1c94b8400d"/>
  </p:notesMasterIdLst>
  <p:sldIdLst>
    <p:sldId xmlns:r="http://schemas.openxmlformats.org/officeDocument/2006/relationships" id="256" r:id="Ra8b718fd3d1e4cd2"/>
    <p:sldId xmlns:r="http://schemas.openxmlformats.org/officeDocument/2006/relationships" id="257" r:id="R034a039201194488"/>
    <p:sldId xmlns:r="http://schemas.openxmlformats.org/officeDocument/2006/relationships" id="258" r:id="Rea0cc7e211bb4938"/>
    <p:sldId xmlns:r="http://schemas.openxmlformats.org/officeDocument/2006/relationships" id="259" r:id="Rd8c870e8217e4bd0"/>
    <p:sldId xmlns:r="http://schemas.openxmlformats.org/officeDocument/2006/relationships" id="260" r:id="R750c6697069e43c5"/>
    <p:sldId xmlns:r="http://schemas.openxmlformats.org/officeDocument/2006/relationships" id="261" r:id="R37788e9d7c4148e6"/>
    <p:sldId xmlns:r="http://schemas.openxmlformats.org/officeDocument/2006/relationships" id="262" r:id="Rbff33406d8b74ca3"/>
    <p:sldId xmlns:r="http://schemas.openxmlformats.org/officeDocument/2006/relationships" id="263" r:id="R863468d2f09d4299"/>
    <p:sldId xmlns:r="http://schemas.openxmlformats.org/officeDocument/2006/relationships" id="264" r:id="R7263512387f5494f"/>
    <p:sldId xmlns:r="http://schemas.openxmlformats.org/officeDocument/2006/relationships" id="265" r:id="R148b29ba1eba4fd8"/>
    <p:sldId xmlns:r="http://schemas.openxmlformats.org/officeDocument/2006/relationships" id="266" r:id="R7163be2dd1af4a55"/>
    <p:sldId xmlns:r="http://schemas.openxmlformats.org/officeDocument/2006/relationships" id="267" r:id="R24c44055f1a842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48299d5d394751" /><Relationship Type="http://schemas.openxmlformats.org/officeDocument/2006/relationships/slideMaster" Target="/ppt/slideMasters/slideMaster1.xml" Id="R85a8addd2f08459d" /><Relationship Type="http://schemas.openxmlformats.org/officeDocument/2006/relationships/notesMaster" Target="/ppt/notesMasters/notesMaster1.xml" Id="R19823b1c94b8400d" /><Relationship Type="http://schemas.openxmlformats.org/officeDocument/2006/relationships/presProps" Target="/ppt/presProps.xml" Id="R15c7f9f5a41640b7" /><Relationship Type="http://schemas.openxmlformats.org/officeDocument/2006/relationships/tableStyles" Target="/ppt/tableStyles.xml" Id="R0f34a9a9963249d5" /><Relationship Type="http://schemas.openxmlformats.org/officeDocument/2006/relationships/slide" Target="/ppt/slides/slide1.xml" Id="Ra8b718fd3d1e4cd2" /><Relationship Type="http://schemas.openxmlformats.org/officeDocument/2006/relationships/slide" Target="/ppt/slides/slide2.xml" Id="R034a039201194488" /><Relationship Type="http://schemas.openxmlformats.org/officeDocument/2006/relationships/slide" Target="/ppt/slides/slide3.xml" Id="Rea0cc7e211bb4938" /><Relationship Type="http://schemas.openxmlformats.org/officeDocument/2006/relationships/slide" Target="/ppt/slides/slide4.xml" Id="Rd8c870e8217e4bd0" /><Relationship Type="http://schemas.openxmlformats.org/officeDocument/2006/relationships/slide" Target="/ppt/slides/slide5.xml" Id="R750c6697069e43c5" /><Relationship Type="http://schemas.openxmlformats.org/officeDocument/2006/relationships/slide" Target="/ppt/slides/slide6.xml" Id="R37788e9d7c4148e6" /><Relationship Type="http://schemas.openxmlformats.org/officeDocument/2006/relationships/slide" Target="/ppt/slides/slide7.xml" Id="Rbff33406d8b74ca3" /><Relationship Type="http://schemas.openxmlformats.org/officeDocument/2006/relationships/slide" Target="/ppt/slides/slide8.xml" Id="R863468d2f09d4299" /><Relationship Type="http://schemas.openxmlformats.org/officeDocument/2006/relationships/slide" Target="/ppt/slides/slide9.xml" Id="R7263512387f5494f" /><Relationship Type="http://schemas.openxmlformats.org/officeDocument/2006/relationships/slide" Target="/ppt/slides/slide10.xml" Id="R148b29ba1eba4fd8" /><Relationship Type="http://schemas.openxmlformats.org/officeDocument/2006/relationships/slide" Target="/ppt/slides/slide11.xml" Id="R7163be2dd1af4a55" /><Relationship Type="http://schemas.openxmlformats.org/officeDocument/2006/relationships/slide" Target="/ppt/slides/slide12.xml" Id="R24c44055f1a842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d02d0b46414f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cfe9dc9a434d8d" /><Relationship Type="http://schemas.openxmlformats.org/officeDocument/2006/relationships/notesMaster" Target="/ppt/notesMasters/notesMaster1.xml" Id="Rd4ba1a18ce0540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523bedf76c4d52" /><Relationship Type="http://schemas.openxmlformats.org/officeDocument/2006/relationships/notesMaster" Target="/ppt/notesMasters/notesMaster1.xml" Id="R58103833063d41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67952edeb94ddd" /><Relationship Type="http://schemas.openxmlformats.org/officeDocument/2006/relationships/notesMaster" Target="/ppt/notesMasters/notesMaster1.xml" Id="R4c9f6f71e9d943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fb87311f754e39" /><Relationship Type="http://schemas.openxmlformats.org/officeDocument/2006/relationships/notesMaster" Target="/ppt/notesMasters/notesMaster1.xml" Id="R955e0e63bd584c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3447f404944254" /><Relationship Type="http://schemas.openxmlformats.org/officeDocument/2006/relationships/notesMaster" Target="/ppt/notesMasters/notesMaster1.xml" Id="Rdbcb6044d7024c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493116e6e0461b" /><Relationship Type="http://schemas.openxmlformats.org/officeDocument/2006/relationships/notesMaster" Target="/ppt/notesMasters/notesMaster1.xml" Id="R58decdf6667f42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5f63e0de284257" /><Relationship Type="http://schemas.openxmlformats.org/officeDocument/2006/relationships/notesMaster" Target="/ppt/notesMasters/notesMaster1.xml" Id="R331bbdfa88994d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ee92cc6ca2423a" /><Relationship Type="http://schemas.openxmlformats.org/officeDocument/2006/relationships/notesMaster" Target="/ppt/notesMasters/notesMaster1.xml" Id="R727f62b0a4db43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1d9f37390f4ab0" /><Relationship Type="http://schemas.openxmlformats.org/officeDocument/2006/relationships/notesMaster" Target="/ppt/notesMasters/notesMaster1.xml" Id="R1b1f9a6228a14a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a19212b3994a13" /><Relationship Type="http://schemas.openxmlformats.org/officeDocument/2006/relationships/notesMaster" Target="/ppt/notesMasters/notesMaster1.xml" Id="R75331119e64343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81d56d41d34890" /><Relationship Type="http://schemas.openxmlformats.org/officeDocument/2006/relationships/notesMaster" Target="/ppt/notesMasters/notesMaster1.xml" Id="R3aa457b57de140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16efeafe444258" /><Relationship Type="http://schemas.openxmlformats.org/officeDocument/2006/relationships/notesMaster" Target="/ppt/notesMasters/notesMaster1.xml" Id="Ra55fe961377046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1f9aed8ca4c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f10214409242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55d426134d40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a73e2539204c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d34c40c3c941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7562368db145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F14212-D8A1-41B6-AB8B-90CECC037D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73EEE1-E546-465C-8D6B-4C39CB2E59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51E636D-2E18-495E-9BA4-BAF620E3F7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24AA90-F4C8-4CCC-9EA9-58D07D0E7E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F19CB8-2EA9-4E99-9F7E-1E8DE5809C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837BB4-C03B-46A0-900A-808DEBFBF7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1ADA58-2B35-4D1F-ADCC-43DD993824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57BA2B5-7F24-4DB1-947F-127D94E53E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734094-5D06-4618-867F-B25DC3AF9D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ADAD34-39D3-4133-837E-8D1079E9B2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4766e13e7044cf" /><Relationship Type="http://schemas.openxmlformats.org/officeDocument/2006/relationships/slideLayout" Target="/ppt/slideLayouts/slideLayout1.xml" Id="R4924849408344b1e" /><Relationship Type="http://schemas.openxmlformats.org/officeDocument/2006/relationships/slideLayout" Target="/ppt/slideLayouts/slideLayout2.xml" Id="Rcfe2f37a1c1e47d2" /><Relationship Type="http://schemas.openxmlformats.org/officeDocument/2006/relationships/slideLayout" Target="/ppt/slideLayouts/slideLayout3.xml" Id="Rfdc2584509dc445a" /><Relationship Type="http://schemas.openxmlformats.org/officeDocument/2006/relationships/slideLayout" Target="/ppt/slideLayouts/slideLayout4.xml" Id="Rde233d59627c45e8" /><Relationship Type="http://schemas.openxmlformats.org/officeDocument/2006/relationships/slideLayout" Target="/ppt/slideLayouts/slideLayout5.xml" Id="R0fc7da6f3cf444b0" /><Relationship Type="http://schemas.openxmlformats.org/officeDocument/2006/relationships/slideLayout" Target="/ppt/slideLayouts/slideLayout6.xml" Id="R2b6adf063bd544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24849408344b1e"/>
    <p:sldLayoutId xmlns:r="http://schemas.openxmlformats.org/officeDocument/2006/relationships" id="2147483650" r:id="Rcfe2f37a1c1e47d2"/>
    <p:sldLayoutId xmlns:r="http://schemas.openxmlformats.org/officeDocument/2006/relationships" id="2147483651" r:id="Rfdc2584509dc445a"/>
    <p:sldLayoutId xmlns:r="http://schemas.openxmlformats.org/officeDocument/2006/relationships" id="2147483652" r:id="Rde233d59627c45e8"/>
    <p:sldLayoutId xmlns:r="http://schemas.openxmlformats.org/officeDocument/2006/relationships" id="2147483653" r:id="R0fc7da6f3cf444b0"/>
    <p:sldLayoutId xmlns:r="http://schemas.openxmlformats.org/officeDocument/2006/relationships" id="2147483654" r:id="R2b6adf063bd544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6cd34466634719" /><Relationship Type="http://schemas.openxmlformats.org/officeDocument/2006/relationships/notesSlide" Target="/ppt/notesSlides/notesSlide1.xml" Id="Rfc24999d146043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7ff5243e7f4eb2" /><Relationship Type="http://schemas.openxmlformats.org/officeDocument/2006/relationships/notesSlide" Target="/ppt/notesSlides/notesSlide2.xml" Id="R7eff9b151ed84c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1f84c1ba9a43fb" /><Relationship Type="http://schemas.openxmlformats.org/officeDocument/2006/relationships/notesSlide" Target="/ppt/notesSlides/notesSlide3.xml" Id="R5389ff423e3b44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879a9166844b8a" /><Relationship Type="http://schemas.openxmlformats.org/officeDocument/2006/relationships/notesSlide" Target="/ppt/notesSlides/notesSlide4.xml" Id="Rebe312c51dcf44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d736c94004ca7" /><Relationship Type="http://schemas.openxmlformats.org/officeDocument/2006/relationships/notesSlide" Target="/ppt/notesSlides/notesSlide5.xml" Id="Rf93e3a52abd545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98fc10330d4bed" /><Relationship Type="http://schemas.openxmlformats.org/officeDocument/2006/relationships/notesSlide" Target="/ppt/notesSlides/notesSlide6.xml" Id="R37f3a3429c954e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4bdf765d5641a5" /><Relationship Type="http://schemas.openxmlformats.org/officeDocument/2006/relationships/notesSlide" Target="/ppt/notesSlides/notesSlide7.xml" Id="R9d861bdc8fa64d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ce9aa5535b44d1" /><Relationship Type="http://schemas.openxmlformats.org/officeDocument/2006/relationships/notesSlide" Target="/ppt/notesSlides/notesSlide8.xml" Id="R81521c3eda7441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bdbffc2aea46f3" /><Relationship Type="http://schemas.openxmlformats.org/officeDocument/2006/relationships/notesSlide" Target="/ppt/notesSlides/notesSlide9.xml" Id="R6dab5c898d8949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eb6cdb8a2f48cc" /><Relationship Type="http://schemas.openxmlformats.org/officeDocument/2006/relationships/notesSlide" Target="/ppt/notesSlides/notesSlide10.xml" Id="R4492f090ae3449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f606690ee74896" /><Relationship Type="http://schemas.openxmlformats.org/officeDocument/2006/relationships/notesSlide" Target="/ppt/notesSlides/notesSlide11.xml" Id="Rb346f4cc7ebb40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ee6fc24e7c4ae0" /><Relationship Type="http://schemas.openxmlformats.org/officeDocument/2006/relationships/notesSlide" Target="/ppt/notesSlides/notesSlide12.xml" Id="R683bb995edbf46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0A0A8-1102-4DCE-ABD4-B9533291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OT 및 킥오프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032A1-06A6-4769-865D-6E900AD7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[캠페인명]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E8F1C-6A21-4F62-B906-DAA4689F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[광고주]  /  [브랜드·제품]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121F8-5CC5-4F30-8E31-496282EC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[작성일]  [팀명]  [작성자]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712AA-3FBE-45FF-997E-E45D4F4F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761400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842BB7-7126-4D40-986E-FA00E22B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이번 캠페인의 과제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CB935-71D6-4652-A79A-A0136618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[이번 캠페인 핵심 과제]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D3EF9-F611-4C14-B70A-C9A3BCD7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추진 배경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530D4-AFEF-474B-A8B5-A5932ECE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09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[캠페인 배경]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8EB27-936B-42CE-BD03-DD866ACB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달성할 목표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CF5DE-C3B0-4461-90BE-A06CA337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52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[캠페인 목표]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328CF-F5BA-4918-B63E-4CEDED51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이번에 요청하는 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450C6-625A-456D-A330-10903885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95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[이번 OT 요청 범위]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6E9DB-F2A1-42BC-A8D0-CE5C095B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258264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46338-3A69-453D-9197-C57799AB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시장과 지난 캠페인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205B8-D257-46A0-B421-7A376934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[리뷰에서 확인한 핵심 내용]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13015-EDCE-4EAB-B600-B8C0DC1381D0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42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대상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확인한 내용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캠페인에 반영할 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 및 경쟁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[시장과 경쟁 현황]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[시장 분석 시사점]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지난 캠페인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[지난 활동과 결과]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[리뷰 반영 사항]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F4D37-D545-499B-AFDE-3FE80CAC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선택 항목 · 확인된 자료가 있는 분석만 사용하고 출처를 함께 적는다.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6C333-0B46-44F4-949D-43C1D592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709893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8235E-0B67-4281-9407-EAEB946F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타깃과 커뮤니케이션 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7F381-1B9D-41CD-9228-68B80D0F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[타깃에게 일으킬 인식 또는 행동 변화]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EE263-9AB7-43BB-B923-CFAAE6E7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누구에게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5BF17-97BB-4837-AED0-8D7E360C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09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[타깃]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C3029-DB01-4723-9CF0-B8027E27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현재 생각과 행동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34EDB-CE8C-42B5-A6D8-958F127F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52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[타깃 현황과 근거]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B5BB7-7022-425D-B973-C7BF2BEB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소비자 인사이트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C956E-8A4C-472C-AC1C-4BC286B4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95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[소비자 인사이트]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A4B3A-994C-4073-A480-7AE54AC2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093186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0B53C-B6AB-49AF-94C7-A4738FA8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핵심 메시지와 근거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25045-A960-436A-95CD-C42CE18D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[핵심 메시지]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56285-6262-4D22-A921-20603C3BCCAF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42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또는 서비스의 사실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소비자에게 줄 편익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자료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[RTB 사실 1]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[소비자 편익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[RTB 출처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[RTB 사실 2]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[소비자 편익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[RTB 출처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3A7CB-A700-4B53-B5B6-EBAC72F4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522896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012D0-E62D-44F1-8C49-EA2232B3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캠페인과 소재의 역할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7FC74-C89C-4683-8B5B-E22FD389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[캠페인 구성 원칙]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88C0A-D6CE-44F4-AD34-C08F1CCF540E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42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 또는 편명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역할과 메시지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접점과 운영 시기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[소재 구분 1]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[소재 역할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[운영 접점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[소재 구분 2]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[소재 역할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[운영 접점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[소재 구분 3]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[소재 역할 3]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[운영 접점 3]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EE946-2D70-4182-A191-08322F7C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968984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056A5-4035-4B08-8B6B-41BE5A29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크리에이티브 방향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35D66-CA67-4529-B81A-8B5DA344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[크리에이티브 방향 한 문장]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70F2B-59F3-4501-BBAC-6CCCA373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컨셉과 표현 방향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9CDF7-B1CC-4BFA-A1BD-F610E130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09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[컨셉과 표현 방향]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4B4E7-18E5-41C4-B088-1B2BA243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톤앤매너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A9FA6-3E13-4B16-8AA2-CAAFB17E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52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[톤앤매너]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7AA4A-43A0-4937-A408-FBDFE07A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필수 요소와 피할 표현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13787-BBED-4DB2-9953-E5BC8E82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95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[필수 요소와 금지 표현]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6D4CE-18B0-4386-AC50-4CDA5983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023595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BE81C-0EE9-4619-B6D5-785FAEF3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소재별 제작 요청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54C7C-2665-43A2-B606-6CC3F9E4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[이번에 구체화할 소재명]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41122-B8F3-4202-807F-8F3D9359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전달할 내용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66890-948C-4457-9145-A69085EE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09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[소재별 전달 내용]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C1871-E8F5-4638-AA30-38B80A4C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스토리와 주요 장면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21CCB-5221-4E9C-BA1D-632B20D9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52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[스토리와 장면 요청]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8DB00-5D4C-4A87-8C03-E190B434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제작 시 확인 사항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793C1-56B3-4458-90B5-712A4ADA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95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[촬영 편집 및 표현 유의사항]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BF030-DB9C-4631-8545-EA41EBA5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반복 항목 · 소재가 여러 개면 이 장을 복제하고 각 칸 이름에 소재 구분을 붙인다.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DC749-C19C-4960-B1F2-FB285D0B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413399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367B7-4490-434D-AC4C-B9CF0DA4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레퍼런스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05046-BEB7-48EF-9263-0ABE297C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[참고 자료에서 가져올 표현 원칙]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32700-5F6A-402B-9C5C-E2D88450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참고 이미지 또는 영상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880ED-D5B4-45CC-B2A5-B22E211B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09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[레퍼런스 제목과 링크]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09A0D-1247-4F96-B3A0-13F69BB2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참고할 부분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19851-77D6-4019-B9A0-2B8A6842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52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[레퍼런스 적용 포인트]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016A9-1EDE-4F62-8755-623CD1D4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그대로 따르지 않을 부분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9BDDB-F974-46F1-88D9-20F14262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9577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[레퍼런스 적용 범위]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F5A59-1CED-452C-9EF2-0A973076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선택 항목 · 원본 이미지나 영상은 사용 권한을 확인한 뒤 직접 넣는다.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365E1-38F1-4E55-8EDD-D65EA3D3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446018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E1729-EEE9-4AB8-A762-8604493D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산출물과 제작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18FD3-253D-457E-85D8-5C1ECE72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[최종 납품 범위]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8CCA1-9487-4677-8D8C-B73D9D7D9BA6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42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규격과 수량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매체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납품 기한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[산출물 1]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[규격 수량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[사용 매체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[납품 기한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[산출물 2]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[규격 수량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[사용 매체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[납품 기한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7BBD6-A202-4EC4-A7FA-3C68DA69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[제작 예산 및 권리 조건]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3AE1C-A97C-4CC6-B86F-B4D7FC5D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146691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7736F-2696-4184-8087-8C9E8F8E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진행 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25E4A-F2ED-4E7A-937B-D9013A95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캠페인 기간  [캠페인 기간]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3F199-2977-45F5-83C0-CFADD4849A39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42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예정일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담당과 산출물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기획 및 아이디어 보고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[아이디어 보고일]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[기획 담당과 산출물]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제작 및 시사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[제작 시사일]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[제작 담당과 산출물]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납품 및 온에어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[납품 온에어일]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[납품 담당과 산출물]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0B1B8-FB8D-4121-8744-650C6D13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35386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C3CE4-A233-4A03-8DC5-FF1350BF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12B"/>
                </a:solidFill>
                <a:latin typeface="Malgun Gothic"/>
                <a:ea typeface="Malgun Gothic"/>
                <a:cs typeface="Malgun Gothic"/>
              </a:rPr>
              <a:t>확인할 사항과 다음 할 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D9635-E782-40A5-8EF9-48896AB9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4F75"/>
                </a:solidFill>
                <a:latin typeface="Malgun Gothic"/>
                <a:ea typeface="Malgun Gothic"/>
                <a:cs typeface="Malgun Gothic"/>
              </a:rPr>
              <a:t>[이번 회의에서 결정할 사항]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A6EF5-0098-43EF-92AD-B7DBECB09C28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42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또는 실행할 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T w="9525">
                      <a:solidFill>
                        <a:srgbClr val="D9DFE5"/>
                      </a:solidFill>
                      <a:prstDash val="solid"/>
                    </a:lnT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204F7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[다음 할 일 1]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[다음 담당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[다음 기한 1]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[다음 할 일 2]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DFE5"/>
                      </a:solidFill>
                      <a:prstDash val="solid"/>
                    </a:lnL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[다음 담당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8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[다음 기한 2]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DFE5"/>
                      </a:solidFill>
                      <a:prstDash val="solid"/>
                    </a:lnR>
                    <a:lnB w="9525">
                      <a:solidFill>
                        <a:srgbClr val="D9DFE5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F6F71-412C-4790-B860-08581552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미정인 사항은 확정 내용과 구분하고 확인할 사람을 적는다.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E537C-B23B-4DCF-A9AA-C1C815E4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17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7628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2026-10-26T14:18:59.0270000Z</dcterms:created>
  <dcterms:modified xsi:type="dcterms:W3CDTF">2026-10-26T14:18:59.0270000Z</dcterms:modified>
</coreProperties>
</file>